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alius, Danielius Dovydas" userId="bb07ed32-38f4-42d8-b8dc-b652f20dccdb" providerId="ADAL" clId="{BFCBC822-0606-422E-A207-A5C998385330}"/>
    <pc:docChg chg="custSel modSld">
      <pc:chgData name="Karalius, Danielius Dovydas" userId="bb07ed32-38f4-42d8-b8dc-b652f20dccdb" providerId="ADAL" clId="{BFCBC822-0606-422E-A207-A5C998385330}" dt="2025-11-21T16:50:35.843" v="23" actId="14100"/>
      <pc:docMkLst>
        <pc:docMk/>
      </pc:docMkLst>
      <pc:sldChg chg="addSp delSp modSp mod">
        <pc:chgData name="Karalius, Danielius Dovydas" userId="bb07ed32-38f4-42d8-b8dc-b652f20dccdb" providerId="ADAL" clId="{BFCBC822-0606-422E-A207-A5C998385330}" dt="2025-11-21T16:50:35.843" v="23" actId="14100"/>
        <pc:sldMkLst>
          <pc:docMk/>
          <pc:sldMk cId="2638498075" sldId="256"/>
        </pc:sldMkLst>
        <pc:spChg chg="add del">
          <ac:chgData name="Karalius, Danielius Dovydas" userId="bb07ed32-38f4-42d8-b8dc-b652f20dccdb" providerId="ADAL" clId="{BFCBC822-0606-422E-A207-A5C998385330}" dt="2025-11-21T16:48:24.979" v="1" actId="478"/>
          <ac:spMkLst>
            <pc:docMk/>
            <pc:sldMk cId="2638498075" sldId="256"/>
            <ac:spMk id="2" creationId="{670956BC-EA88-4F91-B32B-085E66CF0095}"/>
          </ac:spMkLst>
        </pc:spChg>
        <pc:spChg chg="add mod">
          <ac:chgData name="Karalius, Danielius Dovydas" userId="bb07ed32-38f4-42d8-b8dc-b652f20dccdb" providerId="ADAL" clId="{BFCBC822-0606-422E-A207-A5C998385330}" dt="2025-11-21T16:49:17.093" v="12" actId="20577"/>
          <ac:spMkLst>
            <pc:docMk/>
            <pc:sldMk cId="2638498075" sldId="256"/>
            <ac:spMk id="3" creationId="{E17B773B-0937-41D0-97DF-EDA10128F8BE}"/>
          </ac:spMkLst>
        </pc:spChg>
        <pc:spChg chg="del">
          <ac:chgData name="Karalius, Danielius Dovydas" userId="bb07ed32-38f4-42d8-b8dc-b652f20dccdb" providerId="ADAL" clId="{BFCBC822-0606-422E-A207-A5C998385330}" dt="2025-11-21T16:49:10.463" v="4" actId="478"/>
          <ac:spMkLst>
            <pc:docMk/>
            <pc:sldMk cId="2638498075" sldId="256"/>
            <ac:spMk id="4" creationId="{F46A78A2-41F4-4334-B8FF-91A2013C9EA0}"/>
          </ac:spMkLst>
        </pc:spChg>
        <pc:spChg chg="del">
          <ac:chgData name="Karalius, Danielius Dovydas" userId="bb07ed32-38f4-42d8-b8dc-b652f20dccdb" providerId="ADAL" clId="{BFCBC822-0606-422E-A207-A5C998385330}" dt="2025-11-21T16:49:18.995" v="13" actId="478"/>
          <ac:spMkLst>
            <pc:docMk/>
            <pc:sldMk cId="2638498075" sldId="256"/>
            <ac:spMk id="5" creationId="{795423FF-57E5-4FEE-A332-46317B6C581D}"/>
          </ac:spMkLst>
        </pc:spChg>
        <pc:spChg chg="add mod">
          <ac:chgData name="Karalius, Danielius Dovydas" userId="bb07ed32-38f4-42d8-b8dc-b652f20dccdb" providerId="ADAL" clId="{BFCBC822-0606-422E-A207-A5C998385330}" dt="2025-11-21T16:49:38.274" v="21" actId="20577"/>
          <ac:spMkLst>
            <pc:docMk/>
            <pc:sldMk cId="2638498075" sldId="256"/>
            <ac:spMk id="52" creationId="{25277C79-5726-4E00-8299-D38DED7BD07B}"/>
          </ac:spMkLst>
        </pc:spChg>
        <pc:cxnChg chg="mod">
          <ac:chgData name="Karalius, Danielius Dovydas" userId="bb07ed32-38f4-42d8-b8dc-b652f20dccdb" providerId="ADAL" clId="{BFCBC822-0606-422E-A207-A5C998385330}" dt="2025-11-21T16:49:10.463" v="4" actId="478"/>
          <ac:cxnSpMkLst>
            <pc:docMk/>
            <pc:sldMk cId="2638498075" sldId="256"/>
            <ac:cxnSpMk id="8" creationId="{1A672CF7-901B-4A28-BC8B-F880D3DCACD5}"/>
          </ac:cxnSpMkLst>
        </pc:cxnChg>
        <pc:cxnChg chg="mod">
          <ac:chgData name="Karalius, Danielius Dovydas" userId="bb07ed32-38f4-42d8-b8dc-b652f20dccdb" providerId="ADAL" clId="{BFCBC822-0606-422E-A207-A5C998385330}" dt="2025-11-21T16:49:18.995" v="13" actId="478"/>
          <ac:cxnSpMkLst>
            <pc:docMk/>
            <pc:sldMk cId="2638498075" sldId="256"/>
            <ac:cxnSpMk id="44" creationId="{EFAD5E2F-8B03-416D-915B-DC7A392FB963}"/>
          </ac:cxnSpMkLst>
        </pc:cxnChg>
        <pc:cxnChg chg="mod">
          <ac:chgData name="Karalius, Danielius Dovydas" userId="bb07ed32-38f4-42d8-b8dc-b652f20dccdb" providerId="ADAL" clId="{BFCBC822-0606-422E-A207-A5C998385330}" dt="2025-11-21T16:49:18.995" v="13" actId="478"/>
          <ac:cxnSpMkLst>
            <pc:docMk/>
            <pc:sldMk cId="2638498075" sldId="256"/>
            <ac:cxnSpMk id="47" creationId="{30873103-E911-40B0-82B3-7584A10EC70D}"/>
          </ac:cxnSpMkLst>
        </pc:cxnChg>
        <pc:cxnChg chg="mod">
          <ac:chgData name="Karalius, Danielius Dovydas" userId="bb07ed32-38f4-42d8-b8dc-b652f20dccdb" providerId="ADAL" clId="{BFCBC822-0606-422E-A207-A5C998385330}" dt="2025-11-21T16:49:18.995" v="13" actId="478"/>
          <ac:cxnSpMkLst>
            <pc:docMk/>
            <pc:sldMk cId="2638498075" sldId="256"/>
            <ac:cxnSpMk id="110" creationId="{6EBD57F6-AC63-40A7-8347-82C701DC2F7B}"/>
          </ac:cxnSpMkLst>
        </pc:cxnChg>
        <pc:cxnChg chg="mod">
          <ac:chgData name="Karalius, Danielius Dovydas" userId="bb07ed32-38f4-42d8-b8dc-b652f20dccdb" providerId="ADAL" clId="{BFCBC822-0606-422E-A207-A5C998385330}" dt="2025-11-21T16:50:35.843" v="23" actId="14100"/>
          <ac:cxnSpMkLst>
            <pc:docMk/>
            <pc:sldMk cId="2638498075" sldId="256"/>
            <ac:cxnSpMk id="138" creationId="{2F1D9160-9159-4DDC-B1A4-1599056A7E5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1F39-6FA3-4271-9D7D-09F152C24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CFA5DE-06D4-4D6F-BAAD-17223B9AE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86684-A1F7-464D-9C13-430E50654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49C1D-8F6D-4766-B40E-D4BF6BC1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CB54F-2C61-427A-A5B5-B2FAD01B2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89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C7D3-26A2-4464-8E08-4AAE617C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43C2-B68A-45C5-AF42-CEF4C9E51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01AF9-3F4D-44E6-98CD-1BAEC591B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CB05D-1994-4850-AFC2-341E74483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384B7-3927-4AC6-8094-FC502DED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23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7E03-D798-4950-AB08-2BCB96D0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AC89CC-5A74-4521-89FE-605E9103C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F0113-5785-49C5-9265-B4A68B799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6BB37-23CC-402D-8503-96D950BAC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9F8104-FFC1-4822-AD2F-33FFEF93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A8CBF-F4D0-4230-A4F3-D01502E86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E86AF-7517-4B28-86B1-A712FC00D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6B969-61E8-4217-84BB-00020984A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D35A0-0A58-4682-A346-3959A54E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4B687-5269-4524-802F-A41F27C8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FD98A-0252-4C8A-8E29-5A0189846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9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4126E-2C04-4BDD-83F6-C4D05F0B3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EF600-0C27-4EFA-A20C-F5F4F96267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FF794-54B9-4F96-A8E4-F7EE80BAB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318B4-B9CE-4B16-B3C4-721DD1E35E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48D52-FB0D-4147-B0CA-FBCEE9EAF7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CF1D32-AC4D-417E-B416-543CFDAFA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736754-2AD0-4D65-938D-8E06C2DF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C0C6AF-823E-47BA-89CF-054AE418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7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C621A-698F-4568-BD7D-3A437D8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1AA37-F72A-48F9-8D0C-7E587663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F73CE-629C-439C-9127-AFCE9CBD6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4D627-96A8-463E-8394-BB3B57A9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4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DC3E6C-E95B-456C-BB9A-8C56C88DE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1EDE2E-B56C-4999-BBC3-AD52DC690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B9763-5D43-4BA6-8FA7-0A71905B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761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A5EAC-890C-4801-925B-FC3E211B0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26DC-AF90-42E6-8C65-2541EB40D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F0E21-5735-41B6-938E-08D35D5870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BEA952-F1CB-4665-A5E3-E99D16BD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DB8E1-7587-4784-98C6-434309FD3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DEF98F-43EB-4368-AF8B-BCAEC2F3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6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C4A3-F03F-4909-AB79-9422BAF5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64CA07-7B47-4801-AEE9-AC37E9527A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83EB1-16C0-4C1D-997A-F4B95714D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1987A-62F9-48D4-A3D2-C08DB75F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30601-4AFA-42E9-9D6B-1BF297E7E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EB8CD-0F41-4B69-A31C-109926AAC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7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648B-606B-493F-9AC7-68E6194E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C0D49E-AC30-4D1A-93DB-7B1C5ADDC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BBB1B-AA8E-4C68-9EFF-9A5F7161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7F2C0-577A-4621-A866-06E1EF8A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C09B4-7B50-4BE6-91B9-C7499227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55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EA3BA-4847-45A7-B1A2-5B50D1132E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2D312B-C48E-44C6-9A9F-DD399DC45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6E107-66D2-4CF7-A709-174932D3C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8009C-A091-4C11-802B-8F9DA896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48C14-9FFC-4EC2-8667-8C93AF44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2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225C75-EA33-457F-8378-BC156C220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31278-4CD3-4DE0-AF44-29CBDF98E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63FED-62CF-4603-BF56-7BFD9DE7E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45D01-BA33-4E09-A140-AC520800DD58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E43A-AA46-4311-995E-6871CD8FB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3CA65-E363-40D6-9145-E9C177C1FB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65353-8DAD-4CB6-8191-B233C2736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25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mond 5">
            <a:extLst>
              <a:ext uri="{FF2B5EF4-FFF2-40B4-BE49-F238E27FC236}">
                <a16:creationId xmlns:a16="http://schemas.microsoft.com/office/drawing/2014/main" id="{B55DFCC1-6CBA-4CB9-9BA7-A1FC9EBF804A}"/>
              </a:ext>
            </a:extLst>
          </p:cNvPr>
          <p:cNvSpPr/>
          <p:nvPr/>
        </p:nvSpPr>
        <p:spPr>
          <a:xfrm>
            <a:off x="4898136" y="967554"/>
            <a:ext cx="2106168" cy="1609451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What’s the weather like?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A672CF7-901B-4A28-BC8B-F880D3DCACD5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948172" y="743712"/>
            <a:ext cx="3048" cy="223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iamond 8">
            <a:extLst>
              <a:ext uri="{FF2B5EF4-FFF2-40B4-BE49-F238E27FC236}">
                <a16:creationId xmlns:a16="http://schemas.microsoft.com/office/drawing/2014/main" id="{FE416139-07C4-4A50-9EAD-0D5DF251BCB2}"/>
              </a:ext>
            </a:extLst>
          </p:cNvPr>
          <p:cNvSpPr/>
          <p:nvPr/>
        </p:nvSpPr>
        <p:spPr>
          <a:xfrm>
            <a:off x="1400556" y="2348352"/>
            <a:ext cx="2538984" cy="160944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you want to have some “me” time?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5776CA7-41DA-4488-9FDD-D76BBC7E1458}"/>
              </a:ext>
            </a:extLst>
          </p:cNvPr>
          <p:cNvCxnSpPr>
            <a:cxnSpLocks/>
          </p:cNvCxnSpPr>
          <p:nvPr/>
        </p:nvCxnSpPr>
        <p:spPr>
          <a:xfrm>
            <a:off x="2670048" y="1772280"/>
            <a:ext cx="0" cy="576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2DEB5E-BBF3-4CD7-8F28-D50C2E07193A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670048" y="1772280"/>
            <a:ext cx="2228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7B5EFBC-67AB-42DB-80EE-60216BA508D0}"/>
              </a:ext>
            </a:extLst>
          </p:cNvPr>
          <p:cNvSpPr txBox="1"/>
          <p:nvPr/>
        </p:nvSpPr>
        <p:spPr>
          <a:xfrm>
            <a:off x="3177540" y="1587613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Raining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45CB1601-9C1D-4191-871E-1F2034B2D9C1}"/>
              </a:ext>
            </a:extLst>
          </p:cNvPr>
          <p:cNvSpPr/>
          <p:nvPr/>
        </p:nvSpPr>
        <p:spPr>
          <a:xfrm>
            <a:off x="8189978" y="1417240"/>
            <a:ext cx="2804158" cy="173583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 you </a:t>
            </a:r>
            <a:r>
              <a:rPr lang="en-US" dirty="0" err="1"/>
              <a:t>wanna</a:t>
            </a:r>
            <a:r>
              <a:rPr lang="en-US" dirty="0"/>
              <a:t> go alone, or with friends?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E9DF3E-AE5D-4B91-964D-EBDCCD5E42DA}"/>
              </a:ext>
            </a:extLst>
          </p:cNvPr>
          <p:cNvSpPr/>
          <p:nvPr/>
        </p:nvSpPr>
        <p:spPr>
          <a:xfrm>
            <a:off x="250698" y="4594136"/>
            <a:ext cx="1993392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read a book!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6B0E1A-B436-4C87-8E2F-1B3CC1042448}"/>
              </a:ext>
            </a:extLst>
          </p:cNvPr>
          <p:cNvSpPr/>
          <p:nvPr/>
        </p:nvSpPr>
        <p:spPr>
          <a:xfrm>
            <a:off x="3236976" y="4561408"/>
            <a:ext cx="1993392" cy="950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invite some friends over for video games!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1C1CBCD-AF40-4D92-B84E-F6BA7EE8D4F6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197864" y="3153076"/>
            <a:ext cx="202692" cy="110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AD58C85-9210-4D86-8974-E0733EF37C1F}"/>
              </a:ext>
            </a:extLst>
          </p:cNvPr>
          <p:cNvCxnSpPr>
            <a:stCxn id="9" idx="3"/>
          </p:cNvCxnSpPr>
          <p:nvPr/>
        </p:nvCxnSpPr>
        <p:spPr>
          <a:xfrm>
            <a:off x="3939540" y="3153076"/>
            <a:ext cx="2941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5FF436-E467-4C4A-A8FD-8409BE2E67AE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197864" y="3153076"/>
            <a:ext cx="49530" cy="1441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2EA823A-5DEF-42ED-8FDE-CA268E5E3DD3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4233672" y="3164144"/>
            <a:ext cx="0" cy="1397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8D3DE03-9B0A-4284-89A5-7BE916196783}"/>
              </a:ext>
            </a:extLst>
          </p:cNvPr>
          <p:cNvCxnSpPr>
            <a:cxnSpLocks/>
            <a:stCxn id="28" idx="2"/>
          </p:cNvCxnSpPr>
          <p:nvPr/>
        </p:nvCxnSpPr>
        <p:spPr>
          <a:xfrm>
            <a:off x="1247394" y="5545112"/>
            <a:ext cx="0" cy="928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AD5E2F-8B03-416D-915B-DC7A392FB963}"/>
              </a:ext>
            </a:extLst>
          </p:cNvPr>
          <p:cNvCxnSpPr>
            <a:cxnSpLocks/>
          </p:cNvCxnSpPr>
          <p:nvPr/>
        </p:nvCxnSpPr>
        <p:spPr>
          <a:xfrm flipV="1">
            <a:off x="1247394" y="6305736"/>
            <a:ext cx="3978402" cy="1607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0873103-E911-40B0-82B3-7584A10EC70D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4233672" y="5512384"/>
            <a:ext cx="992124" cy="793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8491EDF-36D1-4249-8DE2-98B6FCB9C167}"/>
              </a:ext>
            </a:extLst>
          </p:cNvPr>
          <p:cNvSpPr txBox="1"/>
          <p:nvPr/>
        </p:nvSpPr>
        <p:spPr>
          <a:xfrm>
            <a:off x="945643" y="3789413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AAE1A37-F28B-43AD-94E1-921D01C5E4EE}"/>
              </a:ext>
            </a:extLst>
          </p:cNvPr>
          <p:cNvSpPr txBox="1"/>
          <p:nvPr/>
        </p:nvSpPr>
        <p:spPr>
          <a:xfrm>
            <a:off x="4057650" y="3670998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B8FAC8C-AD4D-44BC-9111-4F3F08FA404B}"/>
              </a:ext>
            </a:extLst>
          </p:cNvPr>
          <p:cNvCxnSpPr>
            <a:cxnSpLocks/>
            <a:endCxn id="20" idx="0"/>
          </p:cNvCxnSpPr>
          <p:nvPr/>
        </p:nvCxnSpPr>
        <p:spPr>
          <a:xfrm flipV="1">
            <a:off x="8461249" y="1417240"/>
            <a:ext cx="1130808" cy="355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32E33B3-8223-418D-B25F-A0F6D72CA89B}"/>
              </a:ext>
            </a:extLst>
          </p:cNvPr>
          <p:cNvCxnSpPr>
            <a:cxnSpLocks/>
          </p:cNvCxnSpPr>
          <p:nvPr/>
        </p:nvCxnSpPr>
        <p:spPr>
          <a:xfrm flipH="1">
            <a:off x="7004304" y="1772279"/>
            <a:ext cx="14569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0BD3952-A9B5-4C37-9001-C383E8AFBD34}"/>
              </a:ext>
            </a:extLst>
          </p:cNvPr>
          <p:cNvSpPr txBox="1"/>
          <p:nvPr/>
        </p:nvSpPr>
        <p:spPr>
          <a:xfrm>
            <a:off x="7290816" y="1587612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Sunny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E047CB3-74A7-4E37-A4DF-DA1DD3B281A2}"/>
              </a:ext>
            </a:extLst>
          </p:cNvPr>
          <p:cNvSpPr txBox="1"/>
          <p:nvPr/>
        </p:nvSpPr>
        <p:spPr>
          <a:xfrm>
            <a:off x="7298435" y="2145372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Alone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097406F-3C8C-4AF0-AA3A-EB3332F57552}"/>
              </a:ext>
            </a:extLst>
          </p:cNvPr>
          <p:cNvSpPr txBox="1"/>
          <p:nvPr/>
        </p:nvSpPr>
        <p:spPr>
          <a:xfrm>
            <a:off x="11073388" y="2118044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Friends</a:t>
            </a:r>
          </a:p>
        </p:txBody>
      </p:sp>
      <p:sp>
        <p:nvSpPr>
          <p:cNvPr id="69" name="Diamond 68">
            <a:extLst>
              <a:ext uri="{FF2B5EF4-FFF2-40B4-BE49-F238E27FC236}">
                <a16:creationId xmlns:a16="http://schemas.microsoft.com/office/drawing/2014/main" id="{6C0EB5FA-C028-4D0A-B64F-348EF042D27C}"/>
              </a:ext>
            </a:extLst>
          </p:cNvPr>
          <p:cNvSpPr/>
          <p:nvPr/>
        </p:nvSpPr>
        <p:spPr>
          <a:xfrm>
            <a:off x="6435856" y="3267356"/>
            <a:ext cx="2804158" cy="173583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 by or far?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40020AEE-46C7-4159-AC54-312EED6F39FE}"/>
              </a:ext>
            </a:extLst>
          </p:cNvPr>
          <p:cNvCxnSpPr/>
          <p:nvPr/>
        </p:nvCxnSpPr>
        <p:spPr>
          <a:xfrm flipH="1">
            <a:off x="7638287" y="2285158"/>
            <a:ext cx="551691" cy="17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D0EC0A3-45BA-4A3F-849B-76D77835533A}"/>
              </a:ext>
            </a:extLst>
          </p:cNvPr>
          <p:cNvCxnSpPr>
            <a:stCxn id="20" idx="3"/>
          </p:cNvCxnSpPr>
          <p:nvPr/>
        </p:nvCxnSpPr>
        <p:spPr>
          <a:xfrm>
            <a:off x="10994136" y="2285158"/>
            <a:ext cx="563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668677C-864B-4EB4-8264-526B199867A2}"/>
              </a:ext>
            </a:extLst>
          </p:cNvPr>
          <p:cNvCxnSpPr>
            <a:cxnSpLocks/>
            <a:endCxn id="82" idx="0"/>
          </p:cNvCxnSpPr>
          <p:nvPr/>
        </p:nvCxnSpPr>
        <p:spPr>
          <a:xfrm flipH="1">
            <a:off x="10783826" y="2285158"/>
            <a:ext cx="865630" cy="982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A42D79C-FB40-45BF-B874-C1F4F299349A}"/>
              </a:ext>
            </a:extLst>
          </p:cNvPr>
          <p:cNvCxnSpPr>
            <a:cxnSpLocks/>
            <a:endCxn id="69" idx="0"/>
          </p:cNvCxnSpPr>
          <p:nvPr/>
        </p:nvCxnSpPr>
        <p:spPr>
          <a:xfrm>
            <a:off x="7679439" y="2335006"/>
            <a:ext cx="158496" cy="932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Diamond 81">
            <a:extLst>
              <a:ext uri="{FF2B5EF4-FFF2-40B4-BE49-F238E27FC236}">
                <a16:creationId xmlns:a16="http://schemas.microsoft.com/office/drawing/2014/main" id="{B11936CE-6496-4114-98C7-F7482CCE4E9A}"/>
              </a:ext>
            </a:extLst>
          </p:cNvPr>
          <p:cNvSpPr/>
          <p:nvPr/>
        </p:nvSpPr>
        <p:spPr>
          <a:xfrm>
            <a:off x="9381747" y="3267356"/>
            <a:ext cx="2804158" cy="173583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Close by or far?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1564E9E4-3771-487B-861B-DB21B597F609}"/>
              </a:ext>
            </a:extLst>
          </p:cNvPr>
          <p:cNvSpPr/>
          <p:nvPr/>
        </p:nvSpPr>
        <p:spPr>
          <a:xfrm>
            <a:off x="8025388" y="5206156"/>
            <a:ext cx="1469896" cy="10995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take a trip through a park!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EDA4BCF-42AD-4CBC-9261-6E688E73A6DB}"/>
              </a:ext>
            </a:extLst>
          </p:cNvPr>
          <p:cNvSpPr/>
          <p:nvPr/>
        </p:nvSpPr>
        <p:spPr>
          <a:xfrm>
            <a:off x="6532624" y="5294072"/>
            <a:ext cx="1305311" cy="695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take a walk!</a:t>
            </a: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90FA0D7D-A674-4992-8871-5F0ACF375955}"/>
              </a:ext>
            </a:extLst>
          </p:cNvPr>
          <p:cNvCxnSpPr>
            <a:cxnSpLocks/>
            <a:stCxn id="69" idx="3"/>
            <a:endCxn id="85" idx="0"/>
          </p:cNvCxnSpPr>
          <p:nvPr/>
        </p:nvCxnSpPr>
        <p:spPr>
          <a:xfrm flipH="1">
            <a:off x="8760336" y="4135274"/>
            <a:ext cx="479678" cy="1070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A9C9C06-97B9-4F8A-A258-545B454D4E17}"/>
              </a:ext>
            </a:extLst>
          </p:cNvPr>
          <p:cNvCxnSpPr>
            <a:cxnSpLocks/>
            <a:stCxn id="69" idx="1"/>
            <a:endCxn id="88" idx="0"/>
          </p:cNvCxnSpPr>
          <p:nvPr/>
        </p:nvCxnSpPr>
        <p:spPr>
          <a:xfrm>
            <a:off x="6435856" y="4135274"/>
            <a:ext cx="749424" cy="115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E10C0B65-5465-4BA6-8994-DD4166BA7708}"/>
              </a:ext>
            </a:extLst>
          </p:cNvPr>
          <p:cNvSpPr txBox="1"/>
          <p:nvPr/>
        </p:nvSpPr>
        <p:spPr>
          <a:xfrm>
            <a:off x="6532624" y="4594136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 by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F15CE38-19FE-45AC-994D-B2B65CE523AD}"/>
              </a:ext>
            </a:extLst>
          </p:cNvPr>
          <p:cNvSpPr txBox="1"/>
          <p:nvPr/>
        </p:nvSpPr>
        <p:spPr>
          <a:xfrm>
            <a:off x="8894827" y="4618307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Far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1B9C3-DCBA-418F-9AAB-258F3EC4E6D4}"/>
              </a:ext>
            </a:extLst>
          </p:cNvPr>
          <p:cNvSpPr/>
          <p:nvPr/>
        </p:nvSpPr>
        <p:spPr>
          <a:xfrm>
            <a:off x="9644642" y="5294072"/>
            <a:ext cx="1031741" cy="809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eat out! 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0D99C7B-A49D-4C64-9FF2-545B3A77D02C}"/>
              </a:ext>
            </a:extLst>
          </p:cNvPr>
          <p:cNvCxnSpPr>
            <a:cxnSpLocks/>
            <a:stCxn id="82" idx="1"/>
            <a:endCxn id="101" idx="0"/>
          </p:cNvCxnSpPr>
          <p:nvPr/>
        </p:nvCxnSpPr>
        <p:spPr>
          <a:xfrm>
            <a:off x="9381747" y="4135274"/>
            <a:ext cx="778766" cy="1158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A303C97F-CE83-4314-AF97-9B06F1CE0579}"/>
              </a:ext>
            </a:extLst>
          </p:cNvPr>
          <p:cNvCxnSpPr>
            <a:cxnSpLocks/>
            <a:stCxn id="82" idx="3"/>
          </p:cNvCxnSpPr>
          <p:nvPr/>
        </p:nvCxnSpPr>
        <p:spPr>
          <a:xfrm flipH="1">
            <a:off x="11649456" y="4135274"/>
            <a:ext cx="536449" cy="1131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0085D64E-39B3-4D89-919B-FB136C6ADD13}"/>
              </a:ext>
            </a:extLst>
          </p:cNvPr>
          <p:cNvSpPr txBox="1"/>
          <p:nvPr/>
        </p:nvSpPr>
        <p:spPr>
          <a:xfrm>
            <a:off x="11578590" y="4662897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B94CBF8-956A-4F7C-9380-6E98FB3F5EA2}"/>
              </a:ext>
            </a:extLst>
          </p:cNvPr>
          <p:cNvSpPr txBox="1"/>
          <p:nvPr/>
        </p:nvSpPr>
        <p:spPr>
          <a:xfrm>
            <a:off x="9491473" y="4662897"/>
            <a:ext cx="13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Close by</a:t>
            </a:r>
          </a:p>
        </p:txBody>
      </p: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6EBD57F6-AC63-40A7-8347-82C701DC2F7B}"/>
              </a:ext>
            </a:extLst>
          </p:cNvPr>
          <p:cNvCxnSpPr>
            <a:cxnSpLocks/>
            <a:stCxn id="88" idx="2"/>
          </p:cNvCxnSpPr>
          <p:nvPr/>
        </p:nvCxnSpPr>
        <p:spPr>
          <a:xfrm flipH="1">
            <a:off x="6405372" y="5989320"/>
            <a:ext cx="779908" cy="316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0D959DB-3576-4EC7-9EAF-EC6849AAEE58}"/>
              </a:ext>
            </a:extLst>
          </p:cNvPr>
          <p:cNvSpPr/>
          <p:nvPr/>
        </p:nvSpPr>
        <p:spPr>
          <a:xfrm>
            <a:off x="10885933" y="5283171"/>
            <a:ext cx="1344166" cy="8094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 should head to the movies!</a:t>
            </a:r>
          </a:p>
        </p:txBody>
      </p: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E4FDC0B3-9CD6-4E92-BD70-7261ABD364AC}"/>
              </a:ext>
            </a:extLst>
          </p:cNvPr>
          <p:cNvCxnSpPr>
            <a:cxnSpLocks/>
          </p:cNvCxnSpPr>
          <p:nvPr/>
        </p:nvCxnSpPr>
        <p:spPr>
          <a:xfrm rot="10800000">
            <a:off x="6405372" y="6305735"/>
            <a:ext cx="2354964" cy="275063"/>
          </a:xfrm>
          <a:prstGeom prst="bentConnector3">
            <a:avLst>
              <a:gd name="adj1" fmla="val 6320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EEBF7F2-7BCE-48FC-AEDA-10715D75B317}"/>
              </a:ext>
            </a:extLst>
          </p:cNvPr>
          <p:cNvCxnSpPr>
            <a:stCxn id="85" idx="2"/>
          </p:cNvCxnSpPr>
          <p:nvPr/>
        </p:nvCxnSpPr>
        <p:spPr>
          <a:xfrm>
            <a:off x="8760336" y="6305735"/>
            <a:ext cx="0" cy="2750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7A318E36-447D-4034-ACFA-F20F182AB0E9}"/>
              </a:ext>
            </a:extLst>
          </p:cNvPr>
          <p:cNvCxnSpPr>
            <a:stCxn id="115" idx="2"/>
          </p:cNvCxnSpPr>
          <p:nvPr/>
        </p:nvCxnSpPr>
        <p:spPr>
          <a:xfrm flipH="1">
            <a:off x="8760336" y="6092667"/>
            <a:ext cx="2797680" cy="488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2F1D9160-9159-4DDC-B1A4-1599056A7E5E}"/>
              </a:ext>
            </a:extLst>
          </p:cNvPr>
          <p:cNvCxnSpPr>
            <a:cxnSpLocks/>
          </p:cNvCxnSpPr>
          <p:nvPr/>
        </p:nvCxnSpPr>
        <p:spPr>
          <a:xfrm flipH="1">
            <a:off x="8795775" y="6103568"/>
            <a:ext cx="1589901" cy="4772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E17B773B-0937-41D0-97DF-EDA10128F8BE}"/>
              </a:ext>
            </a:extLst>
          </p:cNvPr>
          <p:cNvSpPr/>
          <p:nvPr/>
        </p:nvSpPr>
        <p:spPr>
          <a:xfrm>
            <a:off x="5296282" y="213351"/>
            <a:ext cx="1303780" cy="570457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52" name="Flowchart: Terminator 51">
            <a:extLst>
              <a:ext uri="{FF2B5EF4-FFF2-40B4-BE49-F238E27FC236}">
                <a16:creationId xmlns:a16="http://schemas.microsoft.com/office/drawing/2014/main" id="{25277C79-5726-4E00-8299-D38DED7BD07B}"/>
              </a:ext>
            </a:extLst>
          </p:cNvPr>
          <p:cNvSpPr/>
          <p:nvPr/>
        </p:nvSpPr>
        <p:spPr>
          <a:xfrm>
            <a:off x="5263136" y="6074211"/>
            <a:ext cx="1106799" cy="506588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638498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93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Karalius, Danielius Dovydas</dc:creator>
  <cp:lastModifiedBy>Karalius, Danielius Dovydas</cp:lastModifiedBy>
  <cp:revision>7</cp:revision>
  <dcterms:created xsi:type="dcterms:W3CDTF">2025-11-17T17:28:52Z</dcterms:created>
  <dcterms:modified xsi:type="dcterms:W3CDTF">2025-11-21T17:58:21Z</dcterms:modified>
</cp:coreProperties>
</file>